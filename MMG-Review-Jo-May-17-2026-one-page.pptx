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99028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5720"/>
          </a:xfrm>
          <a:prstGeom prst="rect">
            <a:avLst/>
          </a:prstGeom>
          <a:solidFill>
            <a:srgbClr val="B8973C"/>
          </a:solidFill>
          <a:ln>
            <a:solidFill>
              <a:srgbClr val="B89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mg-review-logo-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" y="135144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8" y="164592"/>
            <a:ext cx="4160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1">
                <a:solidFill>
                  <a:srgbClr val="2D4A3E"/>
                </a:solidFill>
                <a:latin typeface="Jost"/>
              </a:rPr>
              <a:t>MR MALLORCA GOLF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56616"/>
            <a:ext cx="4160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80" b="0">
                <a:solidFill>
                  <a:srgbClr val="8A7F74"/>
                </a:solidFill>
                <a:latin typeface="Jost"/>
              </a:rPr>
              <a:t>Player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219456"/>
            <a:ext cx="15727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1850" b="0">
                <a:solidFill>
                  <a:srgbClr val="2D4A3E"/>
                </a:solidFill>
                <a:latin typeface="Cormorant Garamond"/>
              </a:rPr>
              <a:t>Jo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877824"/>
            <a:ext cx="6080760" cy="9144"/>
          </a:xfrm>
          <a:prstGeom prst="rect">
            <a:avLst/>
          </a:prstGeom>
          <a:solidFill>
            <a:srgbClr val="D5CCBE"/>
          </a:solidFill>
          <a:ln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582912"/>
            <a:ext cx="6858000" cy="320040"/>
          </a:xfrm>
          <a:prstGeom prst="rect">
            <a:avLst/>
          </a:prstGeom>
          <a:solidFill>
            <a:srgbClr val="F0EAE0"/>
          </a:solidFill>
          <a:ln>
            <a:solidFill>
              <a:srgbClr val="F0E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9582912"/>
            <a:ext cx="6858000" cy="13716"/>
          </a:xfrm>
          <a:prstGeom prst="rect">
            <a:avLst/>
          </a:prstGeom>
          <a:solidFill>
            <a:srgbClr val="D5CCBE"/>
          </a:solidFill>
          <a:ln>
            <a:solidFill>
              <a:srgbClr val="D5C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9674352"/>
            <a:ext cx="6080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20" b="0">
                <a:solidFill>
                  <a:srgbClr val="8A7F74"/>
                </a:solidFill>
                <a:latin typeface="Jost"/>
              </a:rPr>
              <a:t>andy@mrmallorcagolf.com  |  mrmallorcagolf.com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152144"/>
            <a:ext cx="27432" cy="1325880"/>
          </a:xfrm>
          <a:prstGeom prst="rect">
            <a:avLst/>
          </a:prstGeom>
          <a:solidFill>
            <a:srgbClr val="B8973C"/>
          </a:solidFill>
          <a:ln>
            <a:solidFill>
              <a:srgbClr val="B89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1161288"/>
            <a:ext cx="26609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1">
                <a:solidFill>
                  <a:srgbClr val="2D4A3E"/>
                </a:solidFill>
                <a:latin typeface="Jost"/>
              </a:rPr>
              <a:t>CHIPPING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435608"/>
            <a:ext cx="2660904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00" b="0">
                <a:solidFill>
                  <a:srgbClr val="2C2A27"/>
                </a:solidFill>
                <a:latin typeface="Jost"/>
              </a:rPr>
              <a:t>No need to grip all the way down to the bottom of the club. Stand in a taller, more natural posture. Feet closer together will help stability and distance control without forcing an uncomfortable setup with lots of bend down to the ball.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761488"/>
            <a:ext cx="27432" cy="1325880"/>
          </a:xfrm>
          <a:prstGeom prst="rect">
            <a:avLst/>
          </a:prstGeom>
          <a:solidFill>
            <a:srgbClr val="B8973C"/>
          </a:solidFill>
          <a:ln>
            <a:solidFill>
              <a:srgbClr val="B89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2770632"/>
            <a:ext cx="26609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1">
                <a:solidFill>
                  <a:srgbClr val="2D4A3E"/>
                </a:solidFill>
                <a:latin typeface="Jost"/>
              </a:rPr>
              <a:t>PUTTING RHYTHM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" y="3044952"/>
            <a:ext cx="2660904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00" b="0">
                <a:solidFill>
                  <a:srgbClr val="2C2A27"/>
                </a:solidFill>
                <a:latin typeface="Jost"/>
              </a:rPr>
              <a:t>There is too much "push" and not enough hit, so distance control is tough. The backswing is slow, followed by a push at the ball and much longer follow through. Allow the putter to move with more natural rhythm going back so contact feels more confident.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1152144"/>
            <a:ext cx="27432" cy="2935224"/>
          </a:xfrm>
          <a:prstGeom prst="rect">
            <a:avLst/>
          </a:prstGeom>
          <a:solidFill>
            <a:srgbClr val="B8973C"/>
          </a:solidFill>
          <a:ln>
            <a:solidFill>
              <a:srgbClr val="B89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67328" y="1161288"/>
            <a:ext cx="26609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1">
                <a:solidFill>
                  <a:srgbClr val="2D4A3E"/>
                </a:solidFill>
                <a:latin typeface="Jost"/>
              </a:rPr>
              <a:t>FULL SWING - KEY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1435608"/>
            <a:ext cx="2660904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665" b="0">
                <a:solidFill>
                  <a:srgbClr val="2C2A27"/>
                </a:solidFill>
                <a:latin typeface="Jost"/>
              </a:rPr>
              <a:t>- Create slightly more space away from the ball at setup</a:t>
            </a:r>
          </a:p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665" b="0">
                <a:solidFill>
                  <a:srgbClr val="2C2A27"/>
                </a:solidFill>
                <a:latin typeface="Jost"/>
              </a:rPr>
              <a:t>- Make a shorter, more controlled backswing</a:t>
            </a:r>
          </a:p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665" b="0">
                <a:solidFill>
                  <a:srgbClr val="2C2A27"/>
                </a:solidFill>
                <a:latin typeface="Jost"/>
              </a:rPr>
              <a:t>- Keep the clubface less open throughout the swing</a:t>
            </a:r>
          </a:p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665" b="0">
                <a:solidFill>
                  <a:srgbClr val="2C2A27"/>
                </a:solidFill>
                <a:latin typeface="Jost"/>
              </a:rPr>
              <a:t>- Move the dam head! Ignore that advice about keeping the head still. Your head, neck, spine, hips all connected. Not going to feel athletic if purposefully stop that moving.</a:t>
            </a:r>
          </a:p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665" b="0">
                <a:solidFill>
                  <a:srgbClr val="2C2A27"/>
                </a:solidFill>
                <a:latin typeface="Jost"/>
              </a:rPr>
              <a:t/>
            </a:r>
          </a:p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665" b="0">
                <a:solidFill>
                  <a:srgbClr val="2C2A27"/>
                </a:solidFill>
                <a:latin typeface="Jost"/>
              </a:rPr>
              <a:t>WHAT THIS WILL FIX</a:t>
            </a:r>
          </a:p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665" b="0">
                <a:solidFill>
                  <a:srgbClr val="2C2A27"/>
                </a:solidFill>
                <a:latin typeface="Jost"/>
              </a:rPr>
              <a:t>- Improve strike quality and consistency, especially the mishits where on different parts of the face.</a:t>
            </a:r>
          </a:p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665" b="0">
                <a:solidFill>
                  <a:srgbClr val="2C2A27"/>
                </a:solidFill>
                <a:latin typeface="Jost"/>
              </a:rPr>
              <a:t>- Feel like an athlete!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370832"/>
            <a:ext cx="27432" cy="1481328"/>
          </a:xfrm>
          <a:prstGeom prst="rect">
            <a:avLst/>
          </a:prstGeom>
          <a:solidFill>
            <a:srgbClr val="B8973C"/>
          </a:solidFill>
          <a:ln>
            <a:solidFill>
              <a:srgbClr val="B89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4379976"/>
            <a:ext cx="588873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00" b="1">
                <a:solidFill>
                  <a:srgbClr val="2D4A3E"/>
                </a:solidFill>
                <a:latin typeface="Jost"/>
              </a:rPr>
              <a:t>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" y="4654296"/>
            <a:ext cx="5888736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88000"/>
              </a:lnSpc>
              <a:spcAft>
                <a:spcPts val="200"/>
              </a:spcAft>
            </a:pPr>
            <a:r>
              <a:rPr sz="700" b="0">
                <a:solidFill>
                  <a:srgbClr val="2C2A27"/>
                </a:solidFill>
                <a:latin typeface="Jost"/>
              </a:rPr>
              <a:t>The focus going forwards is simplicity and control rather than forcing extra movement or speed. A few range sessions will help, especially with nerves and other people watching too. The foundations are there and the good shots today were great, a few setup and clubface changes should make the game feel much easier and more repeatable.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