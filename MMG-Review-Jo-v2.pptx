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2952"/>
  <p:notesSz cx="990295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pic>
        <p:nvPicPr>
          <p:cNvPr id="3" name="Image 0" descr="/sessions/laughing-upbeat-wright/mnt/mrmallorcagolf-real/MMG_Logo_Gree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6304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173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 MALLORCA GOLF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987552" y="3931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Review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84048" y="777240"/>
            <a:ext cx="6089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84048" y="1389888"/>
            <a:ext cx="6089904" cy="13716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9592056"/>
            <a:ext cx="6858000" cy="310896"/>
          </a:xfrm>
          <a:prstGeom prst="rect">
            <a:avLst/>
          </a:prstGeom>
          <a:solidFill>
            <a:srgbClr val="EDE9E1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9592056"/>
            <a:ext cx="6858000" cy="13716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9610344"/>
            <a:ext cx="6089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andy@mrmallorcagolf.com  ·  mrmallorcagolf.com  ·  +34 624 466 702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84048" y="1499616"/>
            <a:ext cx="36576" cy="270278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1499616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CHIPPING SETUP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12064" y="1700784"/>
            <a:ext cx="2825496" cy="914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" y="1755648"/>
            <a:ext cx="2825496" cy="24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grip all the way down to the bottom of the club. Stand in a taller, more natural posture. Feet closer together will help stability and distance control without forcing an uncomfortable setup.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520440" y="1499616"/>
            <a:ext cx="36576" cy="270278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48456" y="1499616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RHYTHM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648456" y="1700784"/>
            <a:ext cx="2825496" cy="914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48456" y="1755648"/>
            <a:ext cx="2825496" cy="24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too much deceleration through impact. The backswing is slow, followed by a push at the ball. Allow the putter to move with more natural rhythm going back so contact feels cleaner and more confident.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84048" y="4385285"/>
            <a:ext cx="36576" cy="270278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" y="4385285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SWING — KEY POINTS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12064" y="4586453"/>
            <a:ext cx="2825496" cy="914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" y="4641317"/>
            <a:ext cx="2825496" cy="24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–"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slightly more space away from the ball at setup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–"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shorter, more controlled backswing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–"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clubface less open throughout the swing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520440" y="4385285"/>
            <a:ext cx="36576" cy="270278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48456" y="4385285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WILL FIX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3648456" y="4586453"/>
            <a:ext cx="2825496" cy="914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48456" y="4641317"/>
            <a:ext cx="2825496" cy="24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–"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strike quality and consistency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–"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shots leaking out to the right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–"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game feel more controlled and repeatable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84048" y="7270955"/>
            <a:ext cx="36576" cy="2211373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" y="7270955"/>
            <a:ext cx="5961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12064" y="7472123"/>
            <a:ext cx="5961888" cy="914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" y="7526987"/>
            <a:ext cx="5961888" cy="195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going forwards is simplicity and control rather than forcing extra movement or speed. The foundations are there — a few setup and clubface changes should make the game feel much easier and more repeatable. A full-swing video follows with more detail.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2026-05-17T17:15:40Z</dcterms:created>
  <dcterms:modified xsi:type="dcterms:W3CDTF">2026-05-17T17:15:40Z</dcterms:modified>
</cp:coreProperties>
</file>