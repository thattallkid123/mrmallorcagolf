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7406640" cy="9258300"/>
  <p:notesSz cx="9258300" cy="74066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TO USE THIS TEMPLATE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6492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72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MMG Master</a:t>
            </a:r>
            <a:endParaRPr lang="en-US" sz="72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72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Template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457200" y="2340864"/>
            <a:ext cx="100584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32688" y="2542032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Add your photo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2880360"/>
            <a:ext cx="6016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Insert → Pictures → This Device → choose your course photo. Then right-click the photo → Send to Back → Send to Back. The gradient appears instantly.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770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32688" y="3858768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gradient is already built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4197096"/>
            <a:ext cx="6016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pine→transparent fade is a PNG baked into every slide. It's invisible on the green background — the moment your photo goes behind it, the fade shows.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1937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32688" y="5175504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Edit the text boxes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5513832"/>
            <a:ext cx="6016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Click any text box and retype. Fonts, sizes and colours are pre-set. Don't change the font — Cormorant Garamond + Jost only.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32688" y="6492240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Duplicate slides 12–16 for each new course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6830568"/>
            <a:ext cx="6016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Select slides 12–16 in the panel, right-click → Duplicate. Slides 7–11 are the Son Gual example — keep them as reference.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78272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32688" y="7808976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Export for Instagram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8147304"/>
            <a:ext cx="6016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File → Export → Change File Type → JPEG → Save As → choose All Slides. Upload the 5 JPEGs as a carousel post.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891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GRADIENT OVERLAY —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left-panel</a:t>
            </a:r>
            <a:endParaRPr lang="en-US" sz="6400" dirty="0"/>
          </a:p>
          <a:p>
            <a:pPr algn="l" indent="0" marL="0">
              <a:lnSpc>
                <a:spcPct val="80000"/>
              </a:lnSpc>
              <a:buNone/>
            </a:pPr>
            <a:r>
              <a:rPr lang="en-US" sz="6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gradient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1993392"/>
            <a:ext cx="100584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12848"/>
            <a:ext cx="384048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490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← The actual gradient embedded in every slide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4133088"/>
            <a:ext cx="6492240" cy="12802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34340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 RECREATE MANUALLY IN POWERPOINT (if ever needed):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7731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4773168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Insert → Shapes → Rectangle → drag to cover the full slide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53583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" y="5358384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Right-click the shape → Format Shape → Fill → Gradient fill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5943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04672" y="5943600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Type: Linear   |   Angle: 0° (left to right)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28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4.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" y="6528816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Stop 1 (pos 0%,  left):  Color #2D4A3E, Transparency 0%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71140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4672" y="7114032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Stop 2 (pos 55%, mid):   Color #2D4A3E, Transparency 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76992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6.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04672" y="7699248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Stop 3 (pos 100%, right): Color #2D4A3E, Transparency 100%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8284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7.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4672" y="8284464"/>
            <a:ext cx="6144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Line: No line. Then right-click → Send to Back (behind text, in front of photo).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87782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This script (mmg-master-template.js) generates and embeds the gradient automatically.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Colours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91440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93392"/>
            <a:ext cx="1417320" cy="932688"/>
          </a:xfrm>
          <a:prstGeom prst="roundRect">
            <a:avLst>
              <a:gd name="adj" fmla="val 4902"/>
            </a:avLst>
          </a:prstGeom>
          <a:solidFill>
            <a:srgbClr val="1A1916"/>
          </a:solidFill>
          <a:ln w="6350">
            <a:solidFill>
              <a:srgbClr val="1A191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48840" y="2048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48840" y="2468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#1A1916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0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C2A2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Headlines on light | dark backgrounds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417320" cy="932688"/>
          </a:xfrm>
          <a:prstGeom prst="roundRect">
            <a:avLst>
              <a:gd name="adj" fmla="val 4902"/>
            </a:avLst>
          </a:prstGeom>
          <a:solidFill>
            <a:srgbClr val="2D4A3E"/>
          </a:solidFill>
          <a:ln w="6350">
            <a:solidFill>
              <a:srgbClr val="2D4A3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4381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Pine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48840" y="38587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#2D4A3E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0" y="3657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C2A2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Gradient overlay | CTA buttons | card fills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73168"/>
            <a:ext cx="1417320" cy="932688"/>
          </a:xfrm>
          <a:prstGeom prst="roundRect">
            <a:avLst>
              <a:gd name="adj" fmla="val 4902"/>
            </a:avLst>
          </a:prstGeom>
          <a:solidFill>
            <a:srgbClr val="B8973C"/>
          </a:solidFill>
          <a:ln w="635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4828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Gold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48840" y="52486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#B8973C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0" y="5047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C2A2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Eyebrow labels | rules | prices | italic quotes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6163056"/>
            <a:ext cx="1417320" cy="932688"/>
          </a:xfrm>
          <a:prstGeom prst="roundRect">
            <a:avLst>
              <a:gd name="adj" fmla="val 4902"/>
            </a:avLst>
          </a:prstGeom>
          <a:solidFill>
            <a:srgbClr val="F7F4EF"/>
          </a:solidFill>
          <a:ln w="6350">
            <a:solidFill>
              <a:srgbClr val="8A7F74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6217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Cream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48840" y="6638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#F7F4EF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0" y="64373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C2A2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Main background | body text on dark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7552944"/>
            <a:ext cx="1417320" cy="932688"/>
          </a:xfrm>
          <a:prstGeom prst="roundRect">
            <a:avLst>
              <a:gd name="adj" fmla="val 4902"/>
            </a:avLst>
          </a:prstGeom>
          <a:solidFill>
            <a:srgbClr val="8A7F74"/>
          </a:solidFill>
          <a:ln w="6350">
            <a:solidFill>
              <a:srgbClr val="8A7F7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7607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Taupe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148840" y="8028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#8A7F74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0" y="78272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C2A2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Secondary labels | captions | muted 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TYPOGRAPHY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Text styles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1408176"/>
            <a:ext cx="91440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190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EYEBROW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10312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COURSE GUIDE · SON GUAL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HERO TITLE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103120" y="21031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Son Gual</a:t>
            </a:r>
            <a:endParaRPr lang="en-US" sz="8600" dirty="0"/>
          </a:p>
        </p:txBody>
      </p:sp>
      <p:sp>
        <p:nvSpPr>
          <p:cNvPr id="9" name="Text 7"/>
          <p:cNvSpPr/>
          <p:nvPr/>
        </p:nvSpPr>
        <p:spPr>
          <a:xfrm>
            <a:off x="457200" y="332841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SECTION H1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103120" y="325526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 a glance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426110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SECTION H2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03120" y="418795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serious course.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" y="506577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GOLD RULE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21408" y="5138928"/>
            <a:ext cx="77724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59612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PULL QUOTE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103120" y="55229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Demanding in the wind. Worth the trip.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62910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BODY COPY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103120" y="6217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4E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Fast greens, excellent conditioning.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9037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CAPTION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03120" y="68305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SON GUAL GOLF CLUB · MALLORCA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749808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SITE NAME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103120" y="74249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879652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Fonts: Cormorant Garamond (serif) + Jost (sans) — install from Google Fonts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BRAND LOGOS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dirty="0">
                <a:solidFill>
                  <a:srgbClr val="1A1916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Logo variants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914400" cy="16459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82496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DARK BACKGROUNDS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901952"/>
            <a:ext cx="6492240" cy="15727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993392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090672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transparent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870" y="1993392"/>
            <a:ext cx="1005840" cy="1005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80260" y="3090672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White solid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930" y="1993392"/>
            <a:ext cx="1005840" cy="10058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03320" y="3090672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Grey transparent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90" y="1993392"/>
            <a:ext cx="1005840" cy="10058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26380" y="3090672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Grey solid</a:t>
            </a:r>
            <a:endParaRPr lang="en-US" sz="750" dirty="0"/>
          </a:p>
        </p:txBody>
      </p:sp>
      <p:sp>
        <p:nvSpPr>
          <p:cNvPr id="15" name="Text 9"/>
          <p:cNvSpPr/>
          <p:nvPr/>
        </p:nvSpPr>
        <p:spPr>
          <a:xfrm>
            <a:off x="457200" y="3657600"/>
            <a:ext cx="6492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 LIGHT BACKGROUNDS</a:t>
            </a:r>
            <a:endParaRPr lang="en-US" sz="700" dirty="0"/>
          </a:p>
        </p:txBody>
      </p:sp>
      <p:sp>
        <p:nvSpPr>
          <p:cNvPr id="16" name="Shape 10"/>
          <p:cNvSpPr/>
          <p:nvPr/>
        </p:nvSpPr>
        <p:spPr>
          <a:xfrm>
            <a:off x="457200" y="3877056"/>
            <a:ext cx="6492240" cy="1572768"/>
          </a:xfrm>
          <a:prstGeom prst="rect">
            <a:avLst/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57200" y="3877056"/>
            <a:ext cx="6492240" cy="1572768"/>
          </a:xfrm>
          <a:prstGeom prst="rect">
            <a:avLst/>
          </a:prstGeom>
          <a:solidFill>
            <a:srgbClr val="F7F4EF"/>
          </a:solidFill>
          <a:ln w="6350">
            <a:solidFill>
              <a:srgbClr val="8A7F74">
                <a:alpha val="4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968496"/>
            <a:ext cx="1005840" cy="10058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7200" y="5065776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 transparent</a:t>
            </a:r>
            <a:endParaRPr lang="en-US" sz="7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8870" y="3968496"/>
            <a:ext cx="1005840" cy="10058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080260" y="5065776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Black solid</a:t>
            </a:r>
            <a:endParaRPr lang="en-US" sz="7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1930" y="3968496"/>
            <a:ext cx="1005840" cy="100584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703320" y="5065776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Green transparent</a:t>
            </a:r>
            <a:endParaRPr lang="en-US" sz="7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4990" y="3968496"/>
            <a:ext cx="1005840" cy="10058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326380" y="5065776"/>
            <a:ext cx="16230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Green solid</a:t>
            </a:r>
            <a:endParaRPr lang="en-US" sz="750" dirty="0"/>
          </a:p>
        </p:txBody>
      </p:sp>
      <p:sp>
        <p:nvSpPr>
          <p:cNvPr id="26" name="Shape 16"/>
          <p:cNvSpPr/>
          <p:nvPr/>
        </p:nvSpPr>
        <p:spPr>
          <a:xfrm>
            <a:off x="457200" y="5650992"/>
            <a:ext cx="6492240" cy="9144"/>
          </a:xfrm>
          <a:prstGeom prst="rect">
            <a:avLst/>
          </a:prstGeom>
          <a:solidFill>
            <a:srgbClr val="8A7F74"/>
          </a:solidFill>
          <a:ln w="12700">
            <a:solidFill>
              <a:srgbClr val="8A7F74">
                <a:alpha val="0"/>
              </a:srgbClr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457200" y="5833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White Transparent on all carousel slides (dark/photo backgrounds)  ·  Use Black Transparent or Green Transparent on light backgrounds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EXAMPLE — SON GUAL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4360" y="3246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COURSE GUIDE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7033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Son Gual</a:t>
            </a:r>
            <a:endParaRPr lang="en-US" sz="8600" dirty="0"/>
          </a:p>
        </p:txBody>
      </p:sp>
      <p:sp>
        <p:nvSpPr>
          <p:cNvPr id="9" name="Text 5"/>
          <p:cNvSpPr/>
          <p:nvPr/>
        </p:nvSpPr>
        <p:spPr>
          <a:xfrm>
            <a:off x="621792" y="4956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PGA Professional's</a:t>
            </a:r>
            <a:endParaRPr lang="en-US" sz="3800" dirty="0"/>
          </a:p>
          <a:p>
            <a:pPr algn="l" indent="0" marL="0">
              <a:lnSpc>
                <a:spcPct val="76000"/>
              </a:lnSpc>
              <a:buNone/>
            </a:pPr>
            <a:r>
              <a:rPr lang="en-US" sz="3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Honest Review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640080" y="8302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Mallorca · 2026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EXAMPLE — SON GUAL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4360" y="2999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I RECOMMEND IT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5204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My most-played</a:t>
            </a:r>
            <a:endParaRPr lang="en-US" sz="4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course on the island.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594360" y="50749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one I</a:t>
            </a:r>
            <a:endParaRPr lang="en-US" sz="3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recommend most</a:t>
            </a:r>
            <a:endParaRPr lang="en-US" sz="3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consistently when</a:t>
            </a:r>
            <a:endParaRPr lang="en-US" sz="3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clients ask where</a:t>
            </a:r>
            <a:endParaRPr lang="en-US" sz="36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 play.</a:t>
            </a:r>
            <a:endParaRPr lang="en-US" sz="3600" dirty="0"/>
          </a:p>
        </p:txBody>
      </p:sp>
      <p:sp>
        <p:nvSpPr>
          <p:cNvPr id="10" name="Text 6"/>
          <p:cNvSpPr/>
          <p:nvPr/>
        </p:nvSpPr>
        <p:spPr>
          <a:xfrm>
            <a:off x="621792" y="75163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0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Demanding in the wind.</a:t>
            </a:r>
            <a:endParaRPr lang="en-US" sz="20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0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Worth the trip.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21792" y="86136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Son Gual · Mallorca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EXAMPLE — SON GUAL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4360" y="2724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IT STANDS OUT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25526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serious course.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621792" y="407822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Fast greens, excellent conditioning,</a:t>
            </a:r>
            <a:endParaRPr lang="en-US" sz="17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and a closing stretch that is as good</a:t>
            </a:r>
            <a:endParaRPr lang="en-US" sz="17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7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as anything in Mallorca.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03504" y="5138928"/>
            <a:ext cx="2926080" cy="10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" y="5394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Wind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03504" y="5742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Fickle and always part of</a:t>
            </a:r>
            <a:endParaRPr lang="en-US" sz="1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the challenge.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3504" y="6327648"/>
            <a:ext cx="29260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" y="6547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Greens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03504" y="68945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Raised, quick, and demanding</a:t>
            </a:r>
            <a:endParaRPr lang="en-US" sz="1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 approach shots.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03504" y="7479792"/>
            <a:ext cx="29260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3504" y="7699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Finish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3504" y="8046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One of the strongest closing</a:t>
            </a:r>
            <a:endParaRPr lang="en-US" sz="1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stretches on the island.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03504" y="8759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Course notes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EXAMPLE — SON GUAL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4360" y="22128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SON GUAL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26974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 a glance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621792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11 km from Palma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8912" y="3858768"/>
            <a:ext cx="6528816" cy="4754880"/>
          </a:xfrm>
          <a:prstGeom prst="roundRect">
            <a:avLst>
              <a:gd name="adj" fmla="val 962"/>
            </a:avLst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97834" y="4334256"/>
            <a:ext cx="10973" cy="380390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6230722"/>
            <a:ext cx="5797296" cy="10973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44256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Peak €165 /</a:t>
            </a:r>
            <a:endParaRPr lang="en-US" sz="3600" dirty="0"/>
          </a:p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Low €110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30352" y="5340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2026 PRICE GUIDE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794760" y="45720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9/10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3794760" y="5486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0352" y="65105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 72</a:t>
            </a:r>
            <a:endParaRPr lang="en-US" sz="3600" dirty="0"/>
          </a:p>
        </p:txBody>
      </p:sp>
      <p:sp>
        <p:nvSpPr>
          <p:cNvPr id="18" name="Text 14"/>
          <p:cNvSpPr/>
          <p:nvPr/>
        </p:nvSpPr>
        <p:spPr>
          <a:xfrm>
            <a:off x="530352" y="7424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CHAMPIONSHIP LAYOUT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794760" y="6510528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2007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3794760" y="74249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DESIGNED BY THOMAS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HIMMEL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794760" y="735177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800" spc="18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DESIGNED BY THOMAS</a:t>
            </a:r>
            <a:endParaRPr lang="en-US" sz="800" dirty="0"/>
          </a:p>
          <a:p>
            <a:pPr algn="ctr" indent="0" marL="0">
              <a:lnSpc>
                <a:spcPct val="82000"/>
              </a:lnSpc>
              <a:buNone/>
            </a:pPr>
            <a:r>
              <a:rPr lang="en-US" sz="800" spc="18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HIMMEL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9202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EXAMPLE — SON GUAL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94360" y="2724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THE FULL GUIDE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3375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Son Gual</a:t>
            </a:r>
            <a:endParaRPr lang="en-US" sz="7800" dirty="0"/>
          </a:p>
          <a:p>
            <a:pPr algn="l" indent="0" marL="0">
              <a:lnSpc>
                <a:spcPct val="7600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review</a:t>
            </a:r>
            <a:endParaRPr lang="en-US" sz="7800" dirty="0"/>
          </a:p>
        </p:txBody>
      </p:sp>
      <p:sp>
        <p:nvSpPr>
          <p:cNvPr id="9" name="Text 5"/>
          <p:cNvSpPr/>
          <p:nvPr/>
        </p:nvSpPr>
        <p:spPr>
          <a:xfrm>
            <a:off x="621792" y="541324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3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course guide</a:t>
            </a:r>
            <a:endParaRPr lang="en-US" sz="34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 the blog.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621792" y="6656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mrmallorcagolf.com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1792" y="72969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Link in bio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21792" y="8558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@mrmallorcagolf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874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1 OF 5 — COVER  |  Add photo as slide background, then retype below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94360" y="3246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COURSE GUIDE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70332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[Course Name]</a:t>
            </a:r>
            <a:endParaRPr lang="en-US" sz="8600" dirty="0"/>
          </a:p>
        </p:txBody>
      </p:sp>
      <p:sp>
        <p:nvSpPr>
          <p:cNvPr id="9" name="Text 5"/>
          <p:cNvSpPr/>
          <p:nvPr/>
        </p:nvSpPr>
        <p:spPr>
          <a:xfrm>
            <a:off x="621792" y="4956048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3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 PGA Professional's</a:t>
            </a:r>
            <a:endParaRPr lang="en-US" sz="3800" dirty="0"/>
          </a:p>
          <a:p>
            <a:pPr algn="l" indent="0" marL="0">
              <a:lnSpc>
                <a:spcPct val="76000"/>
              </a:lnSpc>
              <a:buNone/>
            </a:pPr>
            <a:r>
              <a:rPr lang="en-US" sz="3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Honest Review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640080" y="83027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Mallorca · 2026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874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2 OF 5 — WHY I RECOMMEND IT  |  Add photo as slide background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94360" y="299923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I RECOMMEND IT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5204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[Bold headline —</a:t>
            </a:r>
            <a:endParaRPr lang="en-US" sz="44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2–3 words.]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594360" y="507492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[Body copy — 2–3 sentences.</a:t>
            </a:r>
            <a:endParaRPr lang="en-US" sz="32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Personal, specific, practical.</a:t>
            </a:r>
            <a:endParaRPr lang="en-US" sz="32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No filler.]</a:t>
            </a:r>
            <a:endParaRPr lang="en-US" sz="3200" dirty="0"/>
          </a:p>
        </p:txBody>
      </p:sp>
      <p:sp>
        <p:nvSpPr>
          <p:cNvPr id="10" name="Text 6"/>
          <p:cNvSpPr/>
          <p:nvPr/>
        </p:nvSpPr>
        <p:spPr>
          <a:xfrm>
            <a:off x="621792" y="751636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0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[Short pull quote.</a:t>
            </a:r>
            <a:endParaRPr lang="en-US" sz="2000" dirty="0"/>
          </a:p>
          <a:p>
            <a:pPr algn="l" indent="0" marL="0">
              <a:lnSpc>
                <a:spcPct val="82000"/>
              </a:lnSpc>
              <a:buNone/>
            </a:pPr>
            <a:r>
              <a:rPr lang="en-US" sz="20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One sharp line.]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21792" y="86136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[Course Name] · Mallorca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874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3 OF 5 — WHY IT STANDS OUT  |  Add photo as slide background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94360" y="2724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IT STANDS OUT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255264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[Punchy headline.]</a:t>
            </a:r>
            <a:endParaRPr lang="en-US" sz="5400" dirty="0"/>
          </a:p>
        </p:txBody>
      </p:sp>
      <p:sp>
        <p:nvSpPr>
          <p:cNvPr id="9" name="Text 5"/>
          <p:cNvSpPr/>
          <p:nvPr/>
        </p:nvSpPr>
        <p:spPr>
          <a:xfrm>
            <a:off x="621792" y="4078224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[2–3 sentence overview of what makes</a:t>
            </a:r>
            <a:endParaRPr lang="en-US" sz="1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this course worth playing. Specific</a:t>
            </a:r>
            <a:endParaRPr lang="en-US" sz="1600" dirty="0"/>
          </a:p>
          <a:p>
            <a:pPr algn="l" indent="0" marL="0">
              <a:lnSpc>
                <a:spcPct val="86000"/>
              </a:lnSpc>
              <a:buNone/>
            </a:pPr>
            <a:r>
              <a:rPr lang="en-US" sz="16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details over adjectives.]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03504" y="5138928"/>
            <a:ext cx="2926080" cy="10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3504" y="5394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[Aspect 1]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03504" y="57424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5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[One specific observation about this course feature.]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03504" y="6327648"/>
            <a:ext cx="29260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" y="6547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[Aspect 2]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03504" y="68945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5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[One specific observation about this course feature.]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03504" y="7479792"/>
            <a:ext cx="2926080" cy="9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03504" y="7699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[Aspect 3]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03504" y="8046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6000"/>
              </a:lnSpc>
              <a:buNone/>
            </a:pPr>
            <a:r>
              <a:rPr lang="en-US" sz="15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[One specific observation about this course feature.]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03504" y="8759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Course notes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874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4 OF 5 — AT A GLANCE  |  Add photo as slide background, edit numbers in card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94360" y="22128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[COURSE NAME]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26974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At a glance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621792" y="3520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[X km from Palma]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38912" y="3858768"/>
            <a:ext cx="6528816" cy="4754880"/>
          </a:xfrm>
          <a:prstGeom prst="roundRect">
            <a:avLst>
              <a:gd name="adj" fmla="val 962"/>
            </a:avLst>
          </a:prstGeom>
          <a:solidFill>
            <a:srgbClr val="F7F4EF"/>
          </a:solidFill>
          <a:ln w="12700">
            <a:solidFill>
              <a:srgbClr val="F7F4EF">
                <a:alpha val="0"/>
              </a:srgbClr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97834" y="4334256"/>
            <a:ext cx="10973" cy="3803904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04672" y="6230722"/>
            <a:ext cx="5797296" cy="10973"/>
          </a:xfrm>
          <a:prstGeom prst="rect">
            <a:avLst/>
          </a:prstGeom>
          <a:solidFill>
            <a:srgbClr val="B8973C"/>
          </a:solidFill>
          <a:ln w="12700">
            <a:solidFill>
              <a:srgbClr val="B8973C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30352" y="4425696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Peak €xxx /</a:t>
            </a:r>
            <a:endParaRPr lang="en-US" sz="3600" dirty="0"/>
          </a:p>
          <a:p>
            <a:pPr algn="ctr" indent="0" marL="0">
              <a:lnSpc>
                <a:spcPct val="76000"/>
              </a:lnSpc>
              <a:buNone/>
            </a:pPr>
            <a:r>
              <a:rPr lang="en-US" sz="36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Low €xxx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30352" y="5340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2026 PRICE GUIDE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3794760" y="4572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2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?/10</a:t>
            </a:r>
            <a:endParaRPr lang="en-US" sz="5200" dirty="0"/>
          </a:p>
        </p:txBody>
      </p:sp>
      <p:sp>
        <p:nvSpPr>
          <p:cNvPr id="16" name="Text 12"/>
          <p:cNvSpPr/>
          <p:nvPr/>
        </p:nvSpPr>
        <p:spPr>
          <a:xfrm>
            <a:off x="3794760" y="5340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30352" y="6510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 ??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530352" y="7168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18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[LAYOUT TYPE]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794760" y="651052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2D4A3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????</a:t>
            </a:r>
            <a:endParaRPr lang="en-US" sz="4800" dirty="0"/>
          </a:p>
        </p:txBody>
      </p:sp>
      <p:sp>
        <p:nvSpPr>
          <p:cNvPr id="20" name="Text 16"/>
          <p:cNvSpPr/>
          <p:nvPr/>
        </p:nvSpPr>
        <p:spPr>
          <a:xfrm>
            <a:off x="3794760" y="7168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spc="18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YEAR OPENED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06640" cy="92583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120700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4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 MALLORCA GOLF</a:t>
            </a:r>
            <a:endParaRPr lang="en-US" sz="900" dirty="0"/>
          </a:p>
        </p:txBody>
      </p:sp>
      <p:sp>
        <p:nvSpPr>
          <p:cNvPr id="5" name="Shape 1"/>
          <p:cNvSpPr/>
          <p:nvPr/>
        </p:nvSpPr>
        <p:spPr>
          <a:xfrm>
            <a:off x="411480" y="1636776"/>
            <a:ext cx="777240" cy="128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11480" y="18745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5 OF 5 — CTA  |  Add photo as slide background, retype course name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594360" y="27249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spc="500" kern="0" dirty="0">
                <a:solidFill>
                  <a:srgbClr val="B8973C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READ THE FULL GUIDE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594360" y="333756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[Course]</a:t>
            </a:r>
            <a:endParaRPr lang="en-US" sz="7800" dirty="0"/>
          </a:p>
          <a:p>
            <a:pPr algn="l" indent="0" marL="0">
              <a:lnSpc>
                <a:spcPct val="7600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review</a:t>
            </a:r>
            <a:endParaRPr lang="en-US" sz="7800" dirty="0"/>
          </a:p>
        </p:txBody>
      </p:sp>
      <p:sp>
        <p:nvSpPr>
          <p:cNvPr id="9" name="Text 5"/>
          <p:cNvSpPr/>
          <p:nvPr/>
        </p:nvSpPr>
        <p:spPr>
          <a:xfrm>
            <a:off x="621792" y="541324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3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Full course guide</a:t>
            </a:r>
            <a:endParaRPr lang="en-US" sz="3400" dirty="0"/>
          </a:p>
          <a:p>
            <a:pPr algn="l" indent="0" marL="0">
              <a:lnSpc>
                <a:spcPct val="78000"/>
              </a:lnSpc>
              <a:buNone/>
            </a:pPr>
            <a:r>
              <a:rPr lang="en-US" sz="3400" dirty="0">
                <a:solidFill>
                  <a:srgbClr val="F7F4E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on the blog.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621792" y="6656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mrmallorcagolf.com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21792" y="72969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B8973C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Link in bio</a:t>
            </a:r>
            <a:endParaRPr lang="en-US" sz="2800" dirty="0"/>
          </a:p>
        </p:txBody>
      </p:sp>
      <p:sp>
        <p:nvSpPr>
          <p:cNvPr id="12" name="Text 8"/>
          <p:cNvSpPr/>
          <p:nvPr/>
        </p:nvSpPr>
        <p:spPr>
          <a:xfrm>
            <a:off x="621792" y="85587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A7F74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@mrmallorcagolf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rmorant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Jos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Mr Mallorca Golf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MMG Master Template</dc:title>
  <dc:subject>MMG Instagram master template</dc:subject>
  <dc:creator>Mr Mallorca Golf</dc:creator>
  <cp:lastModifiedBy>Mr Mallorca Golf</cp:lastModifiedBy>
  <cp:revision>1</cp:revision>
  <dcterms:created xsi:type="dcterms:W3CDTF">2026-05-07T20:55:12Z</dcterms:created>
  <dcterms:modified xsi:type="dcterms:W3CDTF">2026-05-07T20:55:12Z</dcterms:modified>
</cp:coreProperties>
</file>