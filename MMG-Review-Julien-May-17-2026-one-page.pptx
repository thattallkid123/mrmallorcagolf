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9028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mg-review-logo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" y="120042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164592"/>
            <a:ext cx="4160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>
                <a:solidFill>
                  <a:srgbClr val="2D4A3E"/>
                </a:solidFill>
                <a:latin typeface="Jost"/>
              </a:rPr>
              <a:t>MR MALLORCA GOLF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56616"/>
            <a:ext cx="4160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80" b="0">
                <a:solidFill>
                  <a:srgbClr val="8A7F74"/>
                </a:solidFill>
                <a:latin typeface="Jost"/>
              </a:rPr>
              <a:t>Player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219456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1850" b="0">
                <a:solidFill>
                  <a:srgbClr val="2D4A3E"/>
                </a:solidFill>
                <a:latin typeface="Cormorant Garamond"/>
              </a:rPr>
              <a:t>Julien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6080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20" b="0">
                <a:solidFill>
                  <a:srgbClr val="2D4A3E"/>
                </a:solidFill>
                <a:latin typeface="Cormorant Garamond"/>
              </a:rPr>
              <a:t>Main gains: simpler decisions, clearer carries, and more predictable strike.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34440"/>
            <a:ext cx="6080760" cy="9144"/>
          </a:xfrm>
          <a:prstGeom prst="rect">
            <a:avLst/>
          </a:prstGeom>
          <a:solidFill>
            <a:srgbClr val="D5CCBE"/>
          </a:solidFill>
          <a:ln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582912"/>
            <a:ext cx="6858000" cy="320040"/>
          </a:xfrm>
          <a:prstGeom prst="rect">
            <a:avLst/>
          </a:prstGeom>
          <a:solidFill>
            <a:srgbClr val="F0EAE0"/>
          </a:solidFill>
          <a:ln>
            <a:solidFill>
              <a:srgbClr val="F0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582912"/>
            <a:ext cx="6858000" cy="13716"/>
          </a:xfrm>
          <a:prstGeom prst="rect">
            <a:avLst/>
          </a:prstGeom>
          <a:solidFill>
            <a:srgbClr val="D5CCBE"/>
          </a:solidFill>
          <a:ln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9674352"/>
            <a:ext cx="6080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20" b="0">
                <a:solidFill>
                  <a:srgbClr val="8A7F74"/>
                </a:solidFill>
                <a:latin typeface="Jost"/>
              </a:rPr>
              <a:t>andy@mrmallorcagolf.com  |  mrmallorcagolf.com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508760"/>
            <a:ext cx="27432" cy="1371600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517904"/>
            <a:ext cx="26609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1">
                <a:solidFill>
                  <a:srgbClr val="2D4A3E"/>
                </a:solidFill>
                <a:latin typeface="Jost"/>
              </a:rPr>
              <a:t>COURSE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1792224"/>
            <a:ext cx="2660904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Remove one side of trouble.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- Aim more often at the middle of greens.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- Let natural shot dispersion work for you.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182112"/>
            <a:ext cx="27432" cy="1371600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3191256"/>
            <a:ext cx="26609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1">
                <a:solidFill>
                  <a:srgbClr val="2D4A3E"/>
                </a:solidFill>
                <a:latin typeface="Jost"/>
              </a:rPr>
              <a:t>DISTANCE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" y="3465576"/>
            <a:ext cx="2660904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Rebuild trust in carry numbers.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- Regular course time in Mallorca and then Malaga will sharpen real carry awareness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4855464"/>
            <a:ext cx="27432" cy="1371600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4864607"/>
            <a:ext cx="26609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1">
                <a:solidFill>
                  <a:srgbClr val="2D4A3E"/>
                </a:solidFill>
                <a:latin typeface="Jost"/>
              </a:rPr>
              <a:t>AROUND THE GREENS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" y="5138927"/>
            <a:ext cx="2660904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Landing spot and slope decide the shot.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- Downhill landing zones or greens that are raised up will roll on and the landing point gets really small.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- Use a lower-running option when a high chip needs perfection is often the percentage play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1508760"/>
            <a:ext cx="27432" cy="1371600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1517904"/>
            <a:ext cx="26609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1">
                <a:solidFill>
                  <a:srgbClr val="2D4A3E"/>
                </a:solidFill>
                <a:latin typeface="Jost"/>
              </a:rPr>
              <a:t>SLOPES AND BALL FLIGHT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1792224"/>
            <a:ext cx="2660904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Slope changes the start direction.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- Ball above feet = ball flies left: grip shorter and aim slightly right.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- Take more club and swing softer to keep balance.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3182112"/>
            <a:ext cx="27432" cy="1371600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7328" y="3191256"/>
            <a:ext cx="26609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1">
                <a:solidFill>
                  <a:srgbClr val="2D4A3E"/>
                </a:solidFill>
                <a:latin typeface="Jost"/>
              </a:rPr>
              <a:t>FULL SWING PRIORITIES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7328" y="3465576"/>
            <a:ext cx="2660904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Set up for cleaner compression.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- Hands and weight slightly more forward at address.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- Quieter move down / to the left; feel ball-then-ground contact (video to come!)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4855464"/>
            <a:ext cx="27432" cy="1371600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8" y="4864607"/>
            <a:ext cx="26609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1">
                <a:solidFill>
                  <a:srgbClr val="2D4A3E"/>
                </a:solidFill>
                <a:latin typeface="Jost"/>
              </a:rPr>
              <a:t>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5138927"/>
            <a:ext cx="2660904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Good signs despite limited practice, warm-up, and unfamiliar clubs.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10" b="0">
                <a:solidFill>
                  <a:srgbClr val="2C2A27"/>
                </a:solidFill>
                <a:latin typeface="Jost"/>
              </a:rPr>
              <a:t>- Next focus: simpler targets, clearer carries, steadier strike and back on the range!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