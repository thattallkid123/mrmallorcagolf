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11987784" cy="1207008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37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40233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914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4B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" y="1280160"/>
            <a:ext cx="11987784" cy="36576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6583680"/>
            <a:ext cx="11987784" cy="27432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583680"/>
            <a:ext cx="1171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andy@mrmallorcagolf.com  ·  mrmallorcagolf.com  ·  +34 624 466 702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5692140" cy="301752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417320"/>
            <a:ext cx="55275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B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CHIPPING SETUP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5692140" cy="1403604"/>
          </a:xfrm>
          <a:prstGeom prst="rect">
            <a:avLst/>
          </a:prstGeom>
          <a:solidFill>
            <a:srgbClr val="EDE9E1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19072"/>
            <a:ext cx="5600700" cy="1403604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grip all the way down to the bottom of the club. Stand in a taller, more natural posture. Feet closer together will help stability and distance control without forcing an uncomfortable setup.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6772" y="1417320"/>
            <a:ext cx="5692140" cy="301752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4788" y="1417320"/>
            <a:ext cx="55275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B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RHYTHM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76772" y="1719072"/>
            <a:ext cx="5692140" cy="1403604"/>
          </a:xfrm>
          <a:prstGeom prst="rect">
            <a:avLst/>
          </a:prstGeom>
          <a:solidFill>
            <a:srgbClr val="EDE9E1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2492" y="1719072"/>
            <a:ext cx="5600700" cy="1403604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too much deceleration through impact. The backswing becomes very slow, followed by a push through the ball. Allow the putter to move with slightly more natural rhythm going back so the ball can be struck more cleanly and confidently.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305556"/>
            <a:ext cx="5692140" cy="301752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3305556"/>
            <a:ext cx="55275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B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SWING — KEY POINTS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607308"/>
            <a:ext cx="5692140" cy="1403604"/>
          </a:xfrm>
          <a:prstGeom prst="rect">
            <a:avLst/>
          </a:prstGeom>
          <a:solidFill>
            <a:srgbClr val="EDE9E1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07308"/>
            <a:ext cx="5600700" cy="1403604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27000" indent="-1270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slightly more space away from the ball at setup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shorter, more controlled backswing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clubface less open throughout the swing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6772" y="3305556"/>
            <a:ext cx="5692140" cy="301752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4788" y="3305556"/>
            <a:ext cx="55275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B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WILL 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6772" y="3607308"/>
            <a:ext cx="5692140" cy="1403604"/>
          </a:xfrm>
          <a:prstGeom prst="rect">
            <a:avLst/>
          </a:prstGeom>
          <a:solidFill>
            <a:srgbClr val="EDE9E1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2492" y="3607308"/>
            <a:ext cx="5600700" cy="1403604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27000" indent="-1270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strike quality and consistency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shots leaking out to the right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game feel more controlled and repeatable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5193792"/>
            <a:ext cx="11548872" cy="301752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5193792"/>
            <a:ext cx="11384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B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5495544"/>
            <a:ext cx="11548872" cy="978408"/>
          </a:xfrm>
          <a:prstGeom prst="rect">
            <a:avLst/>
          </a:prstGeom>
          <a:solidFill>
            <a:srgbClr val="EDE9E1"/>
          </a:solidFill>
          <a:ln w="9525">
            <a:solidFill>
              <a:srgbClr val="E0D8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495544"/>
            <a:ext cx="11457432" cy="978408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going forwards is simplicity and control rather than forcing extra movement or speed. The foundations are there — a few setup and clubface changes should make the game feel much easier and more repeatable. A full-swing video follows with more detail.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2026-05-17T16:52:42Z</dcterms:created>
  <dcterms:modified xsi:type="dcterms:W3CDTF">2026-05-17T16:52:42Z</dcterms:modified>
</cp:coreProperties>
</file>